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SMART Global Academy</a:t>
            </a:r>
          </a:p>
          <a:p>
            <a:r>
              <a:t>AI Teacher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Full Project Plan &amp;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Build a real AI Teacher aligned with UK curriculum</a:t>
            </a:r>
          </a:p>
          <a:p>
            <a:pPr/>
            <a:r>
              <a:t>Teach Maths, Science, and Homework support</a:t>
            </a:r>
          </a:p>
          <a:p>
            <a:pPr/>
            <a:r>
              <a:t>Provide personalised teaching for each student</a:t>
            </a:r>
          </a:p>
          <a:p>
            <a:pPr/>
            <a:r>
              <a:t>Track progress and mastery</a:t>
            </a:r>
          </a:p>
          <a:p>
            <a:pPr/>
            <a:r>
              <a:t>Escalate to human tutor when needed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Capabilities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Explain lessons step-by-step</a:t>
            </a:r>
          </a:p>
          <a:p>
            <a:pPr/>
            <a:r>
              <a:t>Analyse student mistakes</a:t>
            </a:r>
          </a:p>
          <a:p>
            <a:pPr/>
            <a:r>
              <a:t>Provide feedback and corrections</a:t>
            </a:r>
          </a:p>
          <a:p>
            <a:pPr/>
            <a:r>
              <a:t>Adapt teaching style based on student performance</a:t>
            </a:r>
          </a:p>
          <a:p>
            <a:pPr/>
            <a:r>
              <a:t>Provide exam preparation support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Teaching Flow 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Confirm student year group and topic</a:t>
            </a:r>
          </a:p>
          <a:p>
            <a:pPr/>
            <a:r>
              <a:t>Diagnostic assessment</a:t>
            </a:r>
          </a:p>
          <a:p>
            <a:pPr/>
            <a:r>
              <a:t>Teach concept in small chunks</a:t>
            </a:r>
          </a:p>
          <a:p>
            <a:pPr/>
            <a:r>
              <a:t>Provide guided examples</a:t>
            </a:r>
          </a:p>
          <a:p>
            <a:pPr/>
            <a:r>
              <a:t>Student attempt and feedback</a:t>
            </a:r>
          </a:p>
          <a:p>
            <a:pPr/>
            <a:r>
              <a:t>Mastery check before moving forward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Frontend: Next.js</a:t>
            </a:r>
          </a:p>
          <a:p>
            <a:pPr/>
            <a:r>
              <a:t>Teaching Logic Engine</a:t>
            </a:r>
          </a:p>
          <a:p>
            <a:pPr/>
            <a:r>
              <a:t>Personalisation Engine</a:t>
            </a:r>
          </a:p>
          <a:p>
            <a:pPr/>
            <a:r>
              <a:t>Curriculum Retrieval System</a:t>
            </a:r>
          </a:p>
          <a:p>
            <a:pPr/>
            <a:r>
              <a:t>Google Vertex AI Integration</a:t>
            </a:r>
          </a:p>
          <a:p>
            <a:pPr/>
            <a:r>
              <a:t>Database: Supabase / PostgreSQL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Curriculum Lock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teaches only approved curriculum content</a:t>
            </a:r>
          </a:p>
          <a:p>
            <a:pPr/>
            <a:r>
              <a:t>Uses Oak Academy and Smart Global Academy resources</a:t>
            </a:r>
          </a:p>
          <a:p>
            <a:pPr/>
            <a:r>
              <a:t>Uses vector database retrieval</a:t>
            </a:r>
          </a:p>
          <a:p>
            <a:pPr/>
            <a:r>
              <a:t>Prevents hallucinations</a:t>
            </a:r>
          </a:p>
          <a:p>
            <a:pPr/>
            <a:r>
              <a:t>Ensures exam board alignment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Personalisation 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Tracks student mastery percentage</a:t>
            </a:r>
          </a:p>
          <a:p>
            <a:pPr/>
            <a:r>
              <a:t>Identifies weak topics</a:t>
            </a:r>
          </a:p>
          <a:p>
            <a:pPr/>
            <a:r>
              <a:t>Adapts explanation style</a:t>
            </a:r>
          </a:p>
          <a:p>
            <a:pPr/>
            <a:r>
              <a:t>Stores attempts and errors</a:t>
            </a:r>
          </a:p>
          <a:p>
            <a:pPr/>
            <a:r>
              <a:t>Provides tailored learning experience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Maths Teacher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Step-by-step working solutions</a:t>
            </a:r>
          </a:p>
          <a:p>
            <a:pPr/>
            <a:r>
              <a:t>Error detection and correction</a:t>
            </a:r>
          </a:p>
          <a:p>
            <a:pPr/>
            <a:r>
              <a:t>Exam board method alignment</a:t>
            </a:r>
          </a:p>
          <a:p>
            <a:pPr/>
            <a:r>
              <a:t>Whiteboard explanation</a:t>
            </a:r>
          </a:p>
          <a:p>
            <a:pPr/>
            <a:r>
              <a:t>Student solution analysis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Science Teacher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Concept-based teaching</a:t>
            </a:r>
          </a:p>
          <a:p>
            <a:pPr/>
            <a:r>
              <a:t>Interactive questioning</a:t>
            </a:r>
          </a:p>
          <a:p>
            <a:pPr/>
            <a:r>
              <a:t>Simple to advanced explanation</a:t>
            </a:r>
          </a:p>
          <a:p>
            <a:pPr/>
            <a:r>
              <a:t>Curriculum aligned</a:t>
            </a:r>
          </a:p>
          <a:p>
            <a:pPr/>
            <a:r>
              <a:t>Video integration support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Homework Tutor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Guided support only</a:t>
            </a:r>
          </a:p>
          <a:p>
            <a:pPr/>
            <a:r>
              <a:t>Anti-cheating protection</a:t>
            </a:r>
          </a:p>
          <a:p>
            <a:pPr/>
            <a:r>
              <a:t>Provides hints instead of answers</a:t>
            </a:r>
          </a:p>
          <a:p>
            <a:pPr/>
            <a:r>
              <a:t>Encourages student thinking</a:t>
            </a:r>
          </a:p>
          <a:p>
            <a:pPr/>
            <a:r>
              <a:t>Supports exam preparation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Avatar and Voice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ReadyPlayerMe avatar integration</a:t>
            </a:r>
          </a:p>
          <a:p>
            <a:pPr/>
            <a:r>
              <a:t>ElevenLabs realistic voice</a:t>
            </a:r>
          </a:p>
          <a:p>
            <a:pPr/>
            <a:r>
              <a:t>Lip sync animation</a:t>
            </a:r>
          </a:p>
          <a:p>
            <a:pPr/>
            <a:r>
              <a:t>Interactive teaching presence</a:t>
            </a:r>
          </a:p>
          <a:p>
            <a:pPr/>
            <a:r>
              <a:t>Engaging student experience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Progress Tracking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Topic mastery percentage</a:t>
            </a:r>
          </a:p>
          <a:p>
            <a:pPr/>
            <a:r>
              <a:t>Weak and strong areas</a:t>
            </a:r>
          </a:p>
          <a:p>
            <a:pPr/>
            <a:r>
              <a:t>Progress trends</a:t>
            </a:r>
          </a:p>
          <a:p>
            <a:pPr/>
            <a:r>
              <a:t>Performance analytics</a:t>
            </a:r>
          </a:p>
          <a:p>
            <a:pPr/>
            <a:r>
              <a:t>Tutor escalation alerts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Tutor Escalation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Detect struggling students</a:t>
            </a:r>
          </a:p>
          <a:p>
            <a:pPr/>
            <a:r>
              <a:t>Generate tutor handoff sheet</a:t>
            </a:r>
          </a:p>
          <a:p>
            <a:pPr/>
            <a:r>
              <a:t>Recommend SmartTuition sessions</a:t>
            </a:r>
          </a:p>
          <a:p>
            <a:pPr/>
            <a:r>
              <a:t>Provide tutor preparation report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Frontend: Next.js, React, Tailwind</a:t>
            </a:r>
          </a:p>
          <a:p>
            <a:pPr/>
            <a:r>
              <a:t>Backend: Node.js, Supabase</a:t>
            </a:r>
          </a:p>
          <a:p>
            <a:pPr/>
            <a:r>
              <a:t>AI: Google Vertex AI Gemini</a:t>
            </a:r>
          </a:p>
          <a:p>
            <a:pPr/>
            <a:r>
              <a:t>Database: Supabase / PostgreSQL</a:t>
            </a:r>
          </a:p>
          <a:p>
            <a:pPr/>
            <a:r>
              <a:t>Cloud: Google Cloud Platform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Development 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Phase 1: Foundation (2 weeks)</a:t>
            </a:r>
          </a:p>
          <a:p>
            <a:pPr/>
            <a:r>
              <a:t>Phase 2: Curriculum system (3 weeks)</a:t>
            </a:r>
          </a:p>
          <a:p>
            <a:pPr/>
            <a:r>
              <a:t>Phase 3: Teaching engine (3 weeks)</a:t>
            </a:r>
          </a:p>
          <a:p>
            <a:pPr/>
            <a:r>
              <a:t>Phase 4: Avatar and voice (2 weeks)</a:t>
            </a:r>
          </a:p>
          <a:p>
            <a:pPr/>
            <a:r>
              <a:t>Phase 5: Dashboard and escalation (2 weeks)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Outcome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Fully functional AI Teacher</a:t>
            </a:r>
          </a:p>
          <a:p>
            <a:pPr/>
            <a:r>
              <a:t>Personalised learning for students</a:t>
            </a:r>
          </a:p>
          <a:p>
            <a:pPr/>
            <a:r>
              <a:t>Improved student performance</a:t>
            </a:r>
          </a:p>
          <a:p>
            <a:pPr/>
            <a:r>
              <a:t>School-grade teaching system</a:t>
            </a:r>
          </a:p>
          <a:p>
            <a:pPr/>
            <a:r>
              <a:t>Scalable platform for Smart Global Academy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